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10"/>
  </p:normalViewPr>
  <p:slideViewPr>
    <p:cSldViewPr snapToGrid="0" snapToObjects="1">
      <p:cViewPr>
        <p:scale>
          <a:sx n="122" d="100"/>
          <a:sy n="122" d="100"/>
        </p:scale>
        <p:origin x="-9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D6F7C-694D-4DBB-A48E-7B58C6CE3E86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227AB-D712-4298-9FAE-65A7FBE823D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691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344" y="777240"/>
            <a:ext cx="768096" cy="768096"/>
          </a:xfrm>
          <a:prstGeom prst="ellipse">
            <a:avLst/>
          </a:prstGeom>
          <a:solidFill>
            <a:srgbClr val="B85C1E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1007899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16152" y="189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critiques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657600" y="777240"/>
            <a:ext cx="768096" cy="768096"/>
          </a:xfrm>
          <a:prstGeom prst="ellipse">
            <a:avLst/>
          </a:prstGeom>
          <a:solidFill>
            <a:srgbClr val="B85C1E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007899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408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64408" y="189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+ logiciel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15330" y="777240"/>
            <a:ext cx="768096" cy="768096"/>
          </a:xfrm>
          <a:prstGeom prst="ellipse">
            <a:avLst/>
          </a:prstGeom>
          <a:solidFill>
            <a:srgbClr val="B85C1E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007899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2664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2664" y="189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754112" y="777240"/>
            <a:ext cx="768096" cy="768096"/>
          </a:xfrm>
          <a:prstGeom prst="ellipse">
            <a:avLst/>
          </a:prstGeom>
          <a:solidFill>
            <a:srgbClr val="B85C1E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1007899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SSD/HDD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360920" y="189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· Défrag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795967" y="777240"/>
            <a:ext cx="768096" cy="768096"/>
          </a:xfrm>
          <a:prstGeom prst="ellipse">
            <a:avLst/>
          </a:prstGeom>
          <a:solidFill>
            <a:srgbClr val="B85C1E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1007899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09176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409176" y="1893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4600" dirty="0"/>
          </a:p>
        </p:txBody>
      </p:sp>
      <p:sp>
        <p:nvSpPr>
          <p:cNvPr id="23" name="Text 1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Préventive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 · NETTOYAGE · TEMPÉRATURES · DÉMARRAGE · SSD/HDD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4617720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/ 15</a:t>
            </a:r>
            <a:endParaRPr lang="en-US" sz="1300" dirty="0"/>
          </a:p>
        </p:txBody>
      </p:sp>
      <p:sp>
        <p:nvSpPr>
          <p:cNvPr id="28" name="Text 0"/>
          <p:cNvSpPr/>
          <p:nvPr/>
        </p:nvSpPr>
        <p:spPr>
          <a:xfrm>
            <a:off x="521208" y="614625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29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30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88952" cy="42836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5"/>
          <p:cNvSpPr txBox="1"/>
          <p:nvPr/>
        </p:nvSpPr>
        <p:spPr>
          <a:xfrm>
            <a:off x="8714232" y="45720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33" name="TextBox 6"/>
          <p:cNvSpPr txBox="1"/>
          <p:nvPr/>
        </p:nvSpPr>
        <p:spPr>
          <a:xfrm>
            <a:off x="8897112" y="2194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9BB99"/>
                </a:solidFill>
              </a:rPr>
              <a:t>Version 1 — </a:t>
            </a:r>
            <a:r>
              <a:rPr sz="900" b="0" i="0" dirty="0" err="1">
                <a:solidFill>
                  <a:srgbClr val="99BB99"/>
                </a:solidFill>
              </a:rPr>
              <a:t>Juin</a:t>
            </a:r>
            <a:r>
              <a:rPr sz="900" b="0" i="0" dirty="0">
                <a:solidFill>
                  <a:srgbClr val="99BB99"/>
                </a:solidFill>
              </a:rPr>
              <a:t> 2026</a:t>
            </a:r>
          </a:p>
        </p:txBody>
      </p:sp>
      <p:pic>
        <p:nvPicPr>
          <p:cNvPr id="34" name="Picture 3" descr="imag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" y="2788"/>
            <a:ext cx="1158240" cy="399547"/>
          </a:xfrm>
          <a:prstGeom prst="rect">
            <a:avLst/>
          </a:prstGeom>
        </p:spPr>
      </p:pic>
      <p:sp>
        <p:nvSpPr>
          <p:cNvPr id="35" name="TextBox 4"/>
          <p:cNvSpPr txBox="1"/>
          <p:nvPr/>
        </p:nvSpPr>
        <p:spPr>
          <a:xfrm>
            <a:off x="1600200" y="13556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10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lang="fr-CA" sz="1250" b="0" i="0" dirty="0" smtClean="0">
                <a:solidFill>
                  <a:srgbClr val="FFFFFF"/>
                </a:solidFill>
              </a:rPr>
              <a:t>Maintenance et Prévention</a:t>
            </a:r>
            <a:endParaRPr sz="125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PC entretenu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dure deux fois plus longtemps.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74320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poussière est la cause n°1 de surchauffe, qui est la cause n°1 de panne matérielle prématurée.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bombe d'air comprimé vaut 8 $ et peut sauver un PC à 1000 $. Cette séance vous donne le calendrier et les procédures pour ne plus jamais dépanner en urgence ce qui aurait pu être évité.</a:t>
            </a:r>
            <a:endParaRPr lang="en-US" sz="1500" dirty="0"/>
          </a:p>
        </p:txBody>
      </p:sp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D2E1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Températures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CPU/GPU/SSD · HWMonitor · Stress test rapide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D2E1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Nettoyage physique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 d'air · Sécurité antistatique · Fréquence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D2E1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Nettoyage logiciel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%temp% · Nettoyage de disque · Stockage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D2E1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Démarrage &amp; perf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au démarrage · Task Manager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D2E1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SSD vs HDD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· Défragmentation · S.M.A.R.T.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D2E1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Rapport &amp; calendrier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· Documentation d'intervention</a:t>
            </a:r>
            <a:endParaRPr lang="en-US" sz="115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la maintenance préventive change tout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5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PME, 70 % des pannes matérielles évitables proviennent d'un manque d'entretien simple, pas d'une défaillance de fabrication.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893800"/>
            <a:ext cx="3505200" cy="448056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3096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maintenance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88160"/>
            <a:ext cx="3139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Poussière s'accumule sur 12-24 mois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Ventilateurs ralentissent, température monte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throttlent puis se dégradent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soudaine = urgence + coût élevé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plein = ralentissements progressifs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5871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d'une panne évitable : 150-400 $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8160" y="1893800"/>
            <a:ext cx="3505200" cy="448056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203096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maintenance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11040" y="2488160"/>
            <a:ext cx="3139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physique tous les 3-6 mois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Températures surveillées mensuellement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et démarrage optimisés chaque semaine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vie du matériel doublée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planifiées, pas d'urgence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1040" y="5871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la maintenance : 8-15 $ + 30 min/trimestre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7680" y="1893800"/>
            <a:ext cx="3505200" cy="448056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8" name="Text 16"/>
          <p:cNvSpPr/>
          <p:nvPr/>
        </p:nvSpPr>
        <p:spPr>
          <a:xfrm>
            <a:off x="8290560" y="203096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rôle technicien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0560" y="2488160"/>
            <a:ext cx="3139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un calendrier par client/parc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chaque intervention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Sensibiliser le client sans l'inquiéter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signes avant la panne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contrat de maintenance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90560" y="5871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préventive fidélise la clientèle</a:t>
            </a:r>
            <a:endParaRPr lang="en-US" sz="1000" dirty="0"/>
          </a:p>
        </p:txBody>
      </p:sp>
      <p:sp>
        <p:nvSpPr>
          <p:cNvPr id="2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THERMIQUE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Températures — Seuils à connaître pour chaque composant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2377440"/>
                <a:gridCol w="347472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Composant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Température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CPU au repos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&lt; 45°C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Aucune action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CPU sous charge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&lt; 75°C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Surveiller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CPU sous charge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75-90°C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ATTENTION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Nettoyer le ventilateur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CPU sous charge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&gt; 90°C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CRITIQUE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Nettoyage urgent + pâte thermique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GPU sous charge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&lt; 85°C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Aucune action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GPU sous charge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&gt; 95°C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CRITIQUE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Nettoyage urgent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SSD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&lt; 50°C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Ventilation suffisante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SSD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&gt; 60°C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ATTENTION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Vérifier ventilation du châssis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 gratuit sur cpuid.com · Colonne « Max » = pire surchauffe enregistrée depuis le démarrage</a:t>
            </a:r>
            <a:endParaRPr lang="en-US" sz="1050" dirty="0"/>
          </a:p>
        </p:txBody>
      </p:sp>
      <p:sp>
        <p:nvSpPr>
          <p:cNvPr id="1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1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RÉFÉRENCE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HWMonitor — Surveiller les températures en temps réel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92000" y="1783080"/>
            <a:ext cx="4020880" cy="1671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Value = température actuelle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Min = valeur la plus basse enregistrée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Max = pire surchauffe — la plus utile en diagnostic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distincte par composant (CPU, GPU, disques)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portable, aucune installation requise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99326" y="365760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B85C1E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99009" y="3749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rapide : ouvrir 10 onglets Chrome HD + lancer une vidéo → surveiller la montée des températures pendant 5 minutes.</a:t>
            </a:r>
            <a:endParaRPr lang="en-US" sz="10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  <p:sp>
        <p:nvSpPr>
          <p:cNvPr id="22" name="AutoShape 2" descr="Température PC : comment vérifier la température du CPU, du GPU et du SSD ?  – Le Crabe Inf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23" name="AutoShape 4" descr="Température PC : comment vérifier la température du CPU, du GPU et du SSD ?  – Le Crabe Inf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24" name="AutoShape 6" descr="https://lecrabeinfo.net/app/uploads/2026/06/hwmonitor-temperature-cpu-disque-6a47bf8f65d32.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67" y="1371600"/>
            <a:ext cx="6833541" cy="5009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de surveillance et de stress 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Températures tous composants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Tensions et vitesses ventilateurs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Min/Max de la session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quotidien de 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3" name="Text 11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S.M.A.R.T. du disque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Bon / Attention / Mauvais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de fonctionnement totales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1104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une panne de disque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7" name="Text 15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Prime95 / MemTest86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CPU intensif (Prime95)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RAM hors Windows (MemTest86)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seulement si soupçon de défaut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9056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 diagnostic approfondi — voir Séance 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terrain : un stress test de 10-15 minutes suffit pour confirmer un problème thermique</a:t>
            </a:r>
            <a:endParaRPr lang="en-US" sz="1050" dirty="0"/>
          </a:p>
        </p:txBody>
      </p:sp>
      <p:sp>
        <p:nvSpPr>
          <p:cNvPr id="2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 physique — Sécurité et méthode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Éteindre et débrancher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hors tension, câble d'alimentation retiré, batterie retirée si portable amovible.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Bracelet antistatique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relier à la masse du boîtier avant de toucher un composant.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de travail dégagé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non conductrice, bonne luminosité, boîtes pour les vis.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le nettoyage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 d'air par salves courtes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secondes maximum, incliner la bombe droite pour éviter le gaz liquide.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Ventilateurs, grilles, filtres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CPU, GPU, alimentation et tous les filtres à poussière du boîtier.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470916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faire tourner à la main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ventilateur qui tourne librement peut générer du courant et endommager la carte mère.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 d'air comprimé ≈ 8 $ en quincaillerie · Ne jamais souffler avec la bouche (humidité) · Fréquence : tous les 3-6 mois</a:t>
            </a:r>
            <a:endParaRPr lang="en-US" sz="1050" dirty="0"/>
          </a:p>
        </p:txBody>
      </p:sp>
      <p:sp>
        <p:nvSpPr>
          <p:cNvPr id="35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7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38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9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 logiciel — Routine hebdomadaire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temporaires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%temp%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Win+R → %temp% → Ctrl+A → Suppr (ignorer les fichiers verrouillés).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 disque Windows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« Nettoyage de disque » → cocher « Nettoyer les fichiers système ».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Windows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Stockage → Fichiers temporaires → Supprimer les fichiers.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et navigateurs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Logiciels inutilisés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Désinstaller tout programme non utilisé depuis 6 mois (Panneau de config).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navigateur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 → Paramètres → Confidentialité → Effacer les données de navigation.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470916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Sense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nettoyage automatique récurrent dans Paramètres → Stockage.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routine hebdomadaire prend moins de 10 minutes et évite l'accumulation qui ralentit le PC</a:t>
            </a:r>
            <a:endParaRPr lang="en-US" sz="1050" dirty="0"/>
          </a:p>
        </p:txBody>
      </p:sp>
      <p:sp>
        <p:nvSpPr>
          <p:cNvPr id="35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7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38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9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Démarrage Windows — Optimiser ce qui se 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5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programme qui se lance au démarrage coûte 2 à 8 secondes. En désactiver 5 = 10 à 40 secondes gagnées.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8080"/>
          <a:ext cx="1106424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4389120"/>
                <a:gridCol w="22860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Programme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Recommandation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Risque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Spotify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Élevé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Désactiver — ouvrir manuellement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Sans risque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OneDrive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Moyen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Garder si utilisé quotidiennement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Au choix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Teams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Élevé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Désactiver si pas en permanence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Sans risque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Discord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Élevé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Désactiver — lancer manuellement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Sans risque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Antivirus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 JAMAIS désactiver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 pas toucher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Windows Defender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 JAMAIS désactiver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 pas toucher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264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→ onglet Démarrage → clic droit → Désactiver · Désactiver ≠ désinstaller</a:t>
            </a:r>
            <a:endParaRPr lang="en-US" sz="1050" dirty="0"/>
          </a:p>
        </p:txBody>
      </p:sp>
      <p:sp>
        <p:nvSpPr>
          <p:cNvPr id="12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4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15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6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INTÉGRÉ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Gestionnaire des tâches — Les 3 onglets essentiels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FBF1E4"/>
          </a:solidFill>
          <a:ln w="12700">
            <a:solidFill>
              <a:srgbClr val="E8D6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du Gestionnaire des tâches, onglet Performance ou Démarrage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: CPU, RAM, disque, réseau en temps réel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: trier par consommation pour trouver le coupable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: impact classé Faible/Moyen/Élevé par Windows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Ctrl+Maj+Échap = raccourci direct sans passer par Ctrl+Alt+Suppr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B85C1E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à 90-100 % CPU en continu (hors jeu/rendu) est presque toujours le symptôme à investiguer en premier.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est le premier réflexe avant tout outil tiers</a:t>
            </a:r>
            <a:endParaRPr lang="en-US" sz="1050" dirty="0"/>
          </a:p>
        </p:txBody>
      </p:sp>
      <p:pic>
        <p:nvPicPr>
          <p:cNvPr id="1026" name="Picture 2" descr="Gestionnaire des tâches : guide complet - Super Gee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73841"/>
            <a:ext cx="7315200" cy="443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28" name="HeaderLogo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0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10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0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SSD — Ce qui compte vraiment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qui informe le SSD des blocs libres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par défaut sur Windows 10/11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: fsutil behavior query DisableDeleteNotify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0 = TRIM actif (normal)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libre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minimum 10-15 % d'espace libre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SSD trop plein ralentit fortement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la défragmentation — inutile et usure inutile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Sense pour libérer automatiquement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et santé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le firmware via l'outil du fabricant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 pour vérifier l'état S.M.A.R.T.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le compteur d'écritures totales (TBW)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si statut « Mauvais » dans CrystalDiskInfo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défragmenter un SSD — cela use le disque sans aucun bénéfice de performance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HDD — Défragmentation et S.M.A.R.T.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Défragmentation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uniquement sur disques mécaniques (HDD)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Réorganise les fichiers fragmentés pour un accès plus rapide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intégré : « Défragmenter et optimiser les lecteurs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planifie automatiquement une fois par semaine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S.M.A.R.T.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Self-Monitoring, Analysis and Reporting Technology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 affiche le statut en un coup d'œil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défectueux réattribués = signal d'alerte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immédiatement si statut « Attention 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Signes de panne imminente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Bruits de clic répétés (« click of death »)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Ralentissements soudains à la lecture/écriture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corrompus ou disparitions inexpliquées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sauvegarder avant de diagnostiquer plus loin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Calendrier de maintenance — Fréquences recommandées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/>
              <a:tblGrid>
                <a:gridCol w="2103120"/>
                <a:gridCol w="5486400"/>
                <a:gridCol w="1828800"/>
                <a:gridCol w="164592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Fréquence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Durée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C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Hebdomadaire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%temp% · Nettoyage de disque · Redémarrage complet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10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Client / auto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Mensuel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Windows Update · Scan antivirus complet · Vérif. espace disque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20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Client / technicien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Trimestriel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Nettoyage physique complet · HWMonitor · Démarrage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45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Technicien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Annuel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Pâte thermique · Vérif. RAM/SSD S.M.A.R.T. · Rapport complet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90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013"/>
                          </a:solidFill>
                        </a:rPr>
                        <a:t>Technicien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 de maintenance trimestriel est un argument de vente solide pour la fidélisation client</a:t>
            </a:r>
            <a:endParaRPr lang="en-US" sz="1050" dirty="0"/>
          </a:p>
        </p:txBody>
      </p:sp>
      <p:sp>
        <p:nvSpPr>
          <p:cNvPr id="16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8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19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0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AVANCÉE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Pâte thermique — Quand et comment la renouveler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intervenir 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90°C malgré nettoyage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nettoyage physique ne fait pas baisser la température, la pâte est probablement sèche.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 plus de 3-4 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pâte thermique d'origine se dégrade naturellement avec le temps et la chaleur.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 nettoyage sans effet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températures restent hautes après un nettoyage complet des ventilateurs.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remplacement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le dissipateur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Débrancher, retirer les vis en croix, soulever délicatement sans tordre la carte.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l'ancienne pâte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Alcool isopropylique 90%+ et chiffon non pelucheux, des deux surfaces.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365760" cy="365760"/>
          </a:xfrm>
          <a:prstGeom prst="ellipse">
            <a:avLst/>
          </a:prstGeom>
          <a:solidFill>
            <a:srgbClr val="B85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4709160"/>
            <a:ext cx="4023360" cy="35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la nouvelle pâte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de la taille d'un grain de riz au centre, remonter le dissipateur.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 recommandée : Arctic MX-4 ou équivalent · Ne jamais trop en mettre — l'excès isole plutôt que conduit</a:t>
            </a:r>
            <a:endParaRPr lang="en-US" sz="1050" dirty="0"/>
          </a:p>
        </p:txBody>
      </p:sp>
      <p:sp>
        <p:nvSpPr>
          <p:cNvPr id="35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7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38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9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pratiques — Séance 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Denise, ex-comptable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PC redémarre seul depuis 2 semaines, surtout l'après-midi quand il fait chaud dans le bureau.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première hypothèse à tester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utiliser en premier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si les températures sont critiques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HWMonitor → températures CPU → nettoyage physique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Yannick, ex-électricien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104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PC met 3 minutes à devenir utilisable après l'ouverture de session depuis la dernière mise à jour.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104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pour identifier la cause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programmes désactiver en premier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action ne jamais faire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04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Task Manager → Démarrage → jamais désactiver l'antivirus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768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 — Amélie, ex-styliste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056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 affiche « Attention » sur le disque principal contenant tous les fichiers client.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056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priorité absolue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risque si on ignore l'alerte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solution proposer au client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056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Sauvegarde immédiate → planifier le remplacement du disque</a:t>
            </a:r>
            <a:endParaRPr lang="en-US" sz="950" dirty="0"/>
          </a:p>
        </p:txBody>
      </p:sp>
      <p:sp>
        <p:nvSpPr>
          <p:cNvPr id="2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MAINTENANCE — 18 termes essentiels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de surveillance des températures et tensions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3776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10" name="Text 8"/>
          <p:cNvSpPr/>
          <p:nvPr/>
        </p:nvSpPr>
        <p:spPr>
          <a:xfrm>
            <a:off x="4440936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0936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Auto-réduction de performance pour éviter la surchauffe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58912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6072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qui optimise l'effacement sur SSD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S.M.A.R.T.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d'auto-diagnostic de santé du disque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3776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36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40936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Bytes Written — usure totale d'un SSD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58912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22" name="Text 20"/>
          <p:cNvSpPr/>
          <p:nvPr/>
        </p:nvSpPr>
        <p:spPr>
          <a:xfrm>
            <a:off x="8196072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Défragmentation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6072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Réorganisation des fichiers — HDD uniquement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Sense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automatique intégré à Windows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3776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28" name="Text 26"/>
          <p:cNvSpPr/>
          <p:nvPr/>
        </p:nvSpPr>
        <p:spPr>
          <a:xfrm>
            <a:off x="4440936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 thermique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0936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conductrice CPU-dissipateur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58912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31" name="Text 29"/>
          <p:cNvSpPr/>
          <p:nvPr/>
        </p:nvSpPr>
        <p:spPr>
          <a:xfrm>
            <a:off x="8196072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Bracelet antistatique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6072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contre les décharges électrostatiques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 gérant la file d'impression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03776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37" name="Text 35"/>
          <p:cNvSpPr/>
          <p:nvPr/>
        </p:nvSpPr>
        <p:spPr>
          <a:xfrm>
            <a:off x="4440936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%temp%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40936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 vers le dossier de fichiers temporaires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8912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72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96072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des tâches — CPU/RAM/démarrage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gratuit de lecture S.M.A.R.T.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03776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46" name="Text 44"/>
          <p:cNvSpPr/>
          <p:nvPr/>
        </p:nvSpPr>
        <p:spPr>
          <a:xfrm>
            <a:off x="4440936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Prime95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40936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stress test CPU intensif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8912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49" name="Text 47"/>
          <p:cNvSpPr/>
          <p:nvPr/>
        </p:nvSpPr>
        <p:spPr>
          <a:xfrm>
            <a:off x="8196072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Cat6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96072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Câble réseau supportant 10 Gb/s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démarrage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Windows Faible/Moyen/Élevé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03776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55" name="Text 53"/>
          <p:cNvSpPr/>
          <p:nvPr/>
        </p:nvSpPr>
        <p:spPr>
          <a:xfrm>
            <a:off x="4440936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 disque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440936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Windows de suppression fichiers système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58912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D2E1A"/>
          </a:solidFill>
          <a:ln/>
        </p:spPr>
      </p:sp>
      <p:sp>
        <p:nvSpPr>
          <p:cNvPr id="58" name="Text 56"/>
          <p:cNvSpPr/>
          <p:nvPr/>
        </p:nvSpPr>
        <p:spPr>
          <a:xfrm>
            <a:off x="8196072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maintenance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96072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tracant chaque intervention</a:t>
            </a:r>
            <a:endParaRPr lang="en-US" sz="850" dirty="0"/>
          </a:p>
        </p:txBody>
      </p:sp>
      <p:sp>
        <p:nvSpPr>
          <p:cNvPr id="6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6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6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6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À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 et outils — Maintenance préventive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5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accessibles via Win+R ou Win+X → Terminal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48080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9212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cleanmgr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286992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l'outil Nettoyage de disque Windows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48080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9212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dfrgui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2286992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l'outil de défragmentation (HDD uniquement)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43658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1681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fsutil behavior query DisableDeleteNotify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482570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TRIM est actif (0 = actif)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043658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311681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%temp%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3482570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au dossier des fichiers temporaires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39236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123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powercfg /energy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678148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d'énergie et diagnostics de performance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239236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3123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wmic diskdrive get model,status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4678148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disques et leur statut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434814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50796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| Sort CPU -desc | select -First 10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5873726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: top 10 processus consommateurs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434814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1E181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50796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taskmgr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5873726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directement le Gestionnaire des tâches</a:t>
            </a:r>
            <a:endParaRPr lang="en-US" sz="1000" dirty="0"/>
          </a:p>
        </p:txBody>
      </p:sp>
      <p:sp>
        <p:nvSpPr>
          <p:cNvPr id="3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3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2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Appliquez la routine de maintenance sur votre VM et votre PC réel.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D2E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Relever les températures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HWMonitor → noter CPU/GPU/SSD au repos → comparer aux seuils.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61848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893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D2E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893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4149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logiciel complet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7068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%temp% → Nettoyage de disque → cache navigateur → Storage Sense.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4149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9194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D2E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4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Auditer le démarrage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439369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→ onglet Démarrage → identifier 3 candidats à désactiver.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406450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1495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D2E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1495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2875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santé du disque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561670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CrystalDiskInfo → lire le statut S.M.A.R.T. → interpréter.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8751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de maintenance — Ce qu'il faut toujours documenter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intervention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et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Températures relevées (CPU/GPU/SSD)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disque libre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programmes au démarrage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réalisées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physique effectué ou non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logiciel effectué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désactivés au démarrage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 thermique renouvelée ou non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intervention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températures relevées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observée (temps de démarrage, etc.)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pour le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la prochaine intervention prévue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309360"/>
            <a:ext cx="11064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clair justifie la valeur du service et facilite le suivi d'un client sur plusieurs années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Erreurs fréquentes en maintenance — À ne jamais faire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physiques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Souffler avec la bouche (humidité + salive)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tourner un ventilateur à la main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sans bracelet antistatique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aspirateur directement sur les composants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 décharge électrostatique, casse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3" name="Text 11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logicielles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l'antivirus « pour aller plus vite 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Défragmenter un SSD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des fichiers système sans vérifier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une alerte S.M.A.R.T. « Attention »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1104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 sécurité compromise, perte de données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F1E4"/>
          </a:solidFill>
          <a:ln/>
        </p:spPr>
      </p:sp>
      <p:sp>
        <p:nvSpPr>
          <p:cNvPr id="17" name="Text 15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relationnelles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expliquer au client ce qui a été fait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documenter l'intervention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proposer de suivi ou de contrat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un signal d'alerte pour rassurer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9056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 perte de confiance du client</a:t>
            </a:r>
            <a:endParaRPr lang="en-US" sz="1000" dirty="0"/>
          </a:p>
        </p:txBody>
      </p:sp>
      <p:sp>
        <p:nvSpPr>
          <p:cNvPr id="2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Séance 10 — À valider avec votre formateur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9144"/>
          </a:xfrm>
          <a:prstGeom prst="rect">
            <a:avLst/>
          </a:prstGeom>
          <a:solidFill>
            <a:srgbClr val="E8D6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— Maintenance Préventive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79547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lis HWMonitor et connais les seuils de température CPU/GPU/SSD.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51473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3526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nettoie physiquement un PC avec une bombe d'air, en sécurité et sans toucher les ventilateurs à la main.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23399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15452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nettoie %temp% et utilise le Nettoyage de disque Windows en routine hebdomadaire.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95325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87378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quand renouveler la pâte thermique (CPU &gt; 90°C malgré nettoyage).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6725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59304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gère les programmes au démarrage via le Gestionnaire des tâches sans désactiver la sécurité.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39177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31230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distingue la maintenance SSD (TRIM, espace libre) de celle du HDD (défragmentation, S.M.A.R.T.).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11103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B85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403156"/>
            <a:ext cx="10515600" cy="67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rédige un rapport de maintenance complet après chaque intervention.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15082"/>
            <a:ext cx="11064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SÉANCE 10 — Valider avec votre formateur</a:t>
            </a:r>
            <a:endParaRPr lang="en-US" sz="1000" dirty="0"/>
          </a:p>
        </p:txBody>
      </p:sp>
      <p:sp>
        <p:nvSpPr>
          <p:cNvPr id="22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HeaderLogo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4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10 — Maintenance Préventive</a:t>
            </a:r>
          </a:p>
        </p:txBody>
      </p:sp>
      <p:sp>
        <p:nvSpPr>
          <p:cNvPr id="25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6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2990</Words>
  <Application>Microsoft Office PowerPoint</Application>
  <PresentationFormat>Personnalisé</PresentationFormat>
  <Paragraphs>587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10 — Maintenance Préventive</dc:title>
  <dc:subject>PptxGenJS Presentation</dc:subject>
  <dc:creator>Chafik Moustaid</dc:creator>
  <cp:lastModifiedBy>Chafik Moustaid</cp:lastModifiedBy>
  <cp:revision>5</cp:revision>
  <dcterms:created xsi:type="dcterms:W3CDTF">2026-07-05T18:56:35Z</dcterms:created>
  <dcterms:modified xsi:type="dcterms:W3CDTF">2026-07-06T19:09:58Z</dcterms:modified>
</cp:coreProperties>
</file>
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8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3A00"/>
                </a:solidFill>
              </a:rPr>
              <a:t>SÉANCE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3A00"/>
                </a:solidFill>
              </a:rPr>
              <a:t>Commandes de base,
corrections et copier-coller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Orthographe, PDF, protection, correction automatique et presse-papiers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3A00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Un texte sans fautes ne suffit pas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6000"/>
                </a:solidFill>
              </a:rPr>
              <a:t>il faut aussi savoir le déplacer sans le casser.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3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6000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Naviguer entre documents ouverts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Majuscules, minuscules et orthographe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6000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Enregistrer en PDF et protéger un fichier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Correction automatique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6000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Copier, couper et coller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 presse-papiers Office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Passer d'un document à l'autre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Travailler avec plusieurs fichiers Word ouverts en même temps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Affichage &gt; Changer de fenêtre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Liste tous les documents Word actuellement ouverts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Alt+Tab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Bascule entre toutes les fenêtres ouvertes, tous logiciels confondus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Barre des tâches Windows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Cliquer sur l'icône Word pour voir les aperçus des fenêtres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Affichage côte à côte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Affichage &gt; Afficher côte à côte pour comparer deux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Conversion des majuscules et minuscules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Changer la casse d'un texte déjà tapé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Majuscules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TOUT LE TEXTE EN MAJUSCULES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minuscules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tout le texte en minuscules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Majuscule en début de phrase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Première lettre de chaque phrase en majuscule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Majuscule à chaque mot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Chaque Mot Commence Par Une Majuscule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Inverser la casse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INverse chaque lettre : majuscule devient minuscule et vice-versa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Correction d'orthographe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 vérificateur intégré, actif en continu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Pendant la frappe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Soulignement rouge ondulé : faute d'orthographe probable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Soulignement bleu : faute de grammaire ou de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Clic droit sur le mot souligné pour voir les suggestions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Vérification complète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Révision &gt; Vérification &gt; Grammaire et orthographe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Touche F7 pour lancer la vérification directement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Ignorer, remplacer ou ajouter au dictionnaire personnel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Enregistrer en format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Transformer un document Word en fichier non modifiable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6141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8899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61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Ouvrir Fichier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sur l'onglet Fichier en haut à gauche.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06980"/>
            <a:ext cx="457200" cy="6141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128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506980"/>
            <a:ext cx="10725912" cy="614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25618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Choisir Exporter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361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Sélectionner Exporter, puis Créer un document PDF/XPS.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30880"/>
            <a:ext cx="457200" cy="6141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3367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230880"/>
            <a:ext cx="10725912" cy="61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32857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Nommer le fichier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5600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Choisir l'emplacement et le nom du futur fichier PDF.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54780"/>
            <a:ext cx="457200" cy="6141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606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954780"/>
            <a:ext cx="10725912" cy="614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40096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Options avancées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2839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sur Options pour choisir la qualité et la plage de pages.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78680"/>
            <a:ext cx="457200" cy="6141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7845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678680"/>
            <a:ext cx="10725912" cy="61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47335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Publier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0078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sur Publier pour générer le fichier PDF final.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02580"/>
            <a:ext cx="457200" cy="6141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5084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5402580"/>
            <a:ext cx="10725912" cy="614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43000" y="54574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Vérifier le rendu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7317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Ouvrir le PDF généré pour confirmer que la mise en page est correcte.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Enregistrer avec protection par mot de passe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Restreindre l'accès ou la modification d'un document sensible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de protection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Comment l'activer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Mot de passe à l'ouverture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Fichier &gt; Informations &gt; Protéger le document &gt; Chiffrer avec un mot de passe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Lecture seule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Enregistrer sous &gt; Outils &gt; Options générales &gt; cocher Lecture seule recommandée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Restreindre la modification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Révision &gt; Restreindre la modification &gt; choisir le niveau autorisé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 err="1">
                <a:solidFill>
                  <a:srgbClr val="1A3560"/>
                </a:solidFill>
              </a:rPr>
              <a:t>Commandes</a:t>
            </a:r>
            <a:r>
              <a:rPr sz="2700" b="1" i="0" dirty="0">
                <a:solidFill>
                  <a:srgbClr val="1A3560"/>
                </a:solidFill>
              </a:rPr>
              <a:t> de </a:t>
            </a:r>
            <a:r>
              <a:rPr sz="2700" b="1" i="0" dirty="0" smtClean="0">
                <a:solidFill>
                  <a:srgbClr val="1A3560"/>
                </a:solidFill>
              </a:rPr>
              <a:t>base,</a:t>
            </a:r>
            <a:r>
              <a:rPr lang="fr-CA" sz="2700" b="1" i="0" dirty="0" smtClean="0">
                <a:solidFill>
                  <a:srgbClr val="1A3560"/>
                </a:solidFill>
              </a:rPr>
              <a:t> </a:t>
            </a:r>
            <a:r>
              <a:rPr sz="2700" b="1" i="0" dirty="0" smtClean="0">
                <a:solidFill>
                  <a:srgbClr val="1A3560"/>
                </a:solidFill>
              </a:rPr>
              <a:t>corrections </a:t>
            </a:r>
            <a:r>
              <a:rPr sz="2700" b="1" i="0" dirty="0">
                <a:solidFill>
                  <a:srgbClr val="1A3560"/>
                </a:solidFill>
              </a:rPr>
              <a:t>et copier-</a:t>
            </a:r>
            <a:r>
              <a:rPr sz="2700" b="1" i="0" dirty="0" err="1">
                <a:solidFill>
                  <a:srgbClr val="1A3560"/>
                </a:solidFill>
              </a:rPr>
              <a:t>coller</a:t>
            </a:r>
            <a:endParaRPr sz="2700" b="1" i="0" dirty="0">
              <a:solidFill>
                <a:srgbClr val="1A35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Orthographe, PDF, protection, correction automatique et presse-papiers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  <p:pic>
        <p:nvPicPr>
          <p:cNvPr id="1026" name="Picture 2" descr="Comment activer le correcteur d'orthographe de Microsoft Word ? - Mandarine  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494" y="1611750"/>
            <a:ext cx="8301318" cy="490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Correction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Word corrige certaines erreurs pendant la frappe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 qu'elle fait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Corrige les fautes de frappe courantes automatiquement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Remplace certains raccourcis par des symboles (ex. (c) devient 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Met en majuscule la première lettre après un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 personnaliser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Fichier &gt; Options &gt; Vérification &gt; Options de correction automatique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Ajouter ses propres remplacements fréquents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Désactiver une correction gênante au besoin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Copier, couper et coller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Les trois commandes les plus utilisées dans tous les logiciels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Commande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Raccourci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Copier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Duplique la sélection dans le presse-papiers, sans la retirer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Couper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Retire la sélection et la place dans le presse-papiers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Coller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Insère le contenu du presse-papiers à l'endroit du curseur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Collage spécial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Ctrl+Alt+V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Ouvre les options : texte seul, format source, image,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Options de collage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Quatre façons de coller selon le résultat voulu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38628" cy="5029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Conserver la mise en forme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Colle le texte avec exactement le même style que dans le document d'origine.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268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7268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4428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Fusionner la mise en forme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Adapte la mise en forme collée à celle du document de destination.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3056" y="1783080"/>
            <a:ext cx="2738628" cy="5029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Colle le contenu comme une image figée, non modifiable.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38844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6004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Texte seul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3436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Ctrl+Maj+V — colle uniquement le texte, sans aucune mise en forme.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François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6000"/>
                </a:solidFill>
              </a:rPr>
              <a:t>A tapé tout un titre en minuscules et veut le mettre en majuscules sans tout retaper.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Quelle commande change la casse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Y a-t-il un raccourci clavier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Sélectionner le texte, Accueil &gt; Modifier la casse, ou Maj+F3 pour cycler.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Lucie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Doit envoyer un contrat par courriel sans que le destinataire puisse le modifier.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 format empêche la modification facile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l'exporter depuis Word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Fichier &gt; Exporter &gt; Créer un document PDF/XPS.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André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6000"/>
                </a:solidFill>
              </a:rPr>
              <a:t>Colle un texte depuis un site web et toute la mise en forme du site arrive avec.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coller sans la mise en forme d'origine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trouver cette option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Ctrl+Maj+V pour coller sans mise en forme, ou choisir l'icône Conserver le texte seulement.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 volet Presse-papiers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 historique de vos 24 derniers éléments copiés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Fonction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D46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Ouvrir le volet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Accueil &gt; groupe Presse-papiers &gt; lanceur (petite flèche)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Capacité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Conserve jusqu'à 24 éléments copiés ou coupés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Coller un élément précis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Cliquer sur l'élément voulu dans la liste du volet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Effacer l'historique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Bouton Effacer tout, en haut du volet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copier-coller et 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Éviter les pièges les plus fréquents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Copier-coller propre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Toujours vérifier la mise en forme après un collage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Utiliser Ctrl+Maj+V par réflexe entre logiciels différents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Vérifier visuellement le résultat avant de continuer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Sécurité des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Protéger par mot de passe tout document confidentiel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Exporter en PDF pour un envoi non modifiable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Vérifier le destinataire avant l'envoi d'un fichier sensible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Presse-papiers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Zone de mémoire temporaire pour le copier-coller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Collage spécial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Options avancées de collage (texte, image, format)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Correction automatique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Corrections appliquées automatiquement pendant la frappe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Vérificateur orthographique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Outil détectant les fautes en temps réel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Soulignement ondulé rouge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Signale une faute d'orthographe probable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Soulignement bleu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Signale une faute de grammaire ou de style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Format de document figé, non modifiable facilement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Chiffrement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Protection d'un fichier par mot de passe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Lecture seule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Mode empêchant la modification accidentelle d'un fichier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Casse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Choix entre majuscules et minuscules dans un texte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Affichage côte à côte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Comparaison visuelle de deux documents ouverts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Dictionnaire personnel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Liste de mots ajoutés pour ne plus être signalés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Restreindre la modification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Fonction limitant les actions possibles sur un document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Coller texte seul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Collage sans aucune mise en forme d'origine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Fusionner la mise en forme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Adapter le texte collé au style du document actuel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Exporter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Convertir un document vers un autre format de fichier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F7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Raccourci lançant la vérification orthographique complète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6000"/>
                </a:solidFill>
              </a:rPr>
              <a:t>Historique du presse-papiers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Liste des 24 derniers éléments copiés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Ctrl+C / Ctrl+X / Ctrl+V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Copier / couper / coller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Coller sans mise en forme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Ctrl+Alt+V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le collage spécial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F7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Lancer la vérification orthographique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Maj+F3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Cycler entre les casses du texte sélectionné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Alt+Tab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Basculer entre fenêtres ouvertes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l'impression / export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Enregistrer le document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 err="1">
                <a:solidFill>
                  <a:srgbClr val="1A3560"/>
                </a:solidFill>
              </a:rPr>
              <a:t>Commandes</a:t>
            </a:r>
            <a:r>
              <a:rPr sz="2700" b="1" i="0" dirty="0">
                <a:solidFill>
                  <a:srgbClr val="1A3560"/>
                </a:solidFill>
              </a:rPr>
              <a:t> de </a:t>
            </a:r>
            <a:r>
              <a:rPr sz="2700" b="1" i="0" dirty="0" smtClean="0">
                <a:solidFill>
                  <a:srgbClr val="1A3560"/>
                </a:solidFill>
              </a:rPr>
              <a:t>base,</a:t>
            </a:r>
            <a:r>
              <a:rPr lang="fr-CA" sz="2700" b="1" i="0" dirty="0" smtClean="0">
                <a:solidFill>
                  <a:srgbClr val="1A3560"/>
                </a:solidFill>
              </a:rPr>
              <a:t> </a:t>
            </a:r>
            <a:r>
              <a:rPr sz="2700" b="1" i="0" dirty="0" smtClean="0">
                <a:solidFill>
                  <a:srgbClr val="1A3560"/>
                </a:solidFill>
              </a:rPr>
              <a:t>corrections </a:t>
            </a:r>
            <a:r>
              <a:rPr sz="2700" b="1" i="0" dirty="0">
                <a:solidFill>
                  <a:srgbClr val="1A3560"/>
                </a:solidFill>
              </a:rPr>
              <a:t>et copier-</a:t>
            </a:r>
            <a:r>
              <a:rPr sz="2700" b="1" i="0" dirty="0" err="1">
                <a:solidFill>
                  <a:srgbClr val="1A3560"/>
                </a:solidFill>
              </a:rPr>
              <a:t>coller</a:t>
            </a:r>
            <a:endParaRPr sz="2700" b="1" i="0" dirty="0">
              <a:solidFill>
                <a:srgbClr val="1A35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Orthographe, PDF, protection, correction automatique et presse-papiers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20" y="2227263"/>
            <a:ext cx="10386609" cy="3250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7 — Correction orthographique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Corrigez un texte contenant volontairement dix fautes en utilisant F7 et le clic droit.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8 — Correction 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Ajoutez un remplacement personnalisé dans les options de correction automatique et testez-le.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9 — Copier-coller entre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Copiez un tableau d'un document vers un autre en utilisant le collage spécial texte seul.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10 — Export PDF protégé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Enregistrez un document en PDF, puis ajoutez un mot de passe à l'ouverture du fichier Word original.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Alt+Tab et Affichage &gt; Changer de fenêtre permettent de naviguer entre documents ouverts.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La casse d'un texte peut être changée sans le retaper grâce à Modifier la casse ou Maj+F3.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F7 lance une vérification orthographique complète du document.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L'export PDF et la protection par mot de passe sécurisent un document sensible.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 collage spécial (Ctrl+Maj+V) évite d'importer une mise en forme indésirable.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41000"/>
                </a:solidFill>
              </a:rPr>
              <a:t>Utilisez le volet Presse-papiers pour les longues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Quand vous devez copier plusieurs éléments d'un document vers un autre, ouvrez le volet Presse-papiers (lanceur du groupe Presse-papiers) : il garde en mémoire jusqu'à 24 éléments, que vous pouvez coller dans n'importe quel ordre.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Coller du texte web sans retirer sa mise en forme d'origine.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que F7 ne détecte pas toutes les fautes de sens.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Envoyer un document Word modifiable alors qu'un PDF était attendu.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Commandes de base et copier-coller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Commandes de base, corrections et copier-coller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basculer entre plusieurs documents Word ouverts.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changer la casse d'un texte déjà tapé.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lancer et interpréter la vérification orthographique.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exporter un document Word en PDF.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protéger un document par mot de passe.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personnaliser les options de correction automatique.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utiliser le collage spécial pour coller sans mise en forme.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6000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ouvrir et utiliser le volet Presse-papiers Office.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3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2162</Words>
  <Application>Microsoft Office PowerPoint</Application>
  <PresentationFormat>Personnalisé</PresentationFormat>
  <Paragraphs>346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3</cp:revision>
  <dcterms:created xsi:type="dcterms:W3CDTF">2013-01-27T09:14:16Z</dcterms:created>
  <dcterms:modified xsi:type="dcterms:W3CDTF">2026-07-31T20:26:02Z</dcterms:modified>
  <cp:category/>
</cp:coreProperties>
</file>
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5240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SÉANCE 12 — ÉVALUATION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Examen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Microsoft 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4396" y="4041648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DD"/>
                </a:solidFill>
              </a:rPr>
              <a:t>Technique Support Informatique N1-N2 — Formation SAMO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BB"/>
                </a:solidFill>
              </a:rPr>
              <a:t>Chafik Moustaid, formateur — Durée : 4 heures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Instructions générales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À lire attentivement avant de commencer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7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Durée totale : 4 heures, incluant la relecture finale du document.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24328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L'examen se déroule directement dans Microsoft Word — aucun autre logiciel de traitement de texte autorisé.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55848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Le fichier de départ et les consignes détaillées vous seront remis par votre formateur en début de séance.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87368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Chaque section doit être complétée dans l'ordre du document fourni, sans supprimer les consignes visibles.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09159"/>
            <a:ext cx="1127455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09159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818888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Enregistrez régulièrement votre travail (Ctrl+S) — aucune récupération de fichier ne sera possible en cas de perte.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440679"/>
            <a:ext cx="73152" cy="65836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550407"/>
            <a:ext cx="11000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À la fin, exportez votre document final en PDF en plus du fichier .docx, puis remettez les deux fichiers.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Format de l'examen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100 points répartis en quatre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830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21208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Compétences évaluées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 — Interface et navigation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Ouverture, enregistrement, sélection, dossiers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20 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 — Mise en forme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Police, styles, paragraphes, listes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25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 — Structure de document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Sections, table des matières, en-tête/pied de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30 points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 — Éléments visuels et tableaux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Images, bordures, filigrane, tableaux avec calculs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25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Mise en situation — TechNova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contexte utilisé pour l'ensemble de l'examen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1920240"/>
          </a:xfrm>
          <a:prstGeom prst="rect">
            <a:avLst/>
          </a:prstGeom>
          <a:solidFill>
            <a:srgbClr val="FFF0E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502920" cy="1920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587751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0195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200"/>
                </a:solidFill>
              </a:rPr>
              <a:t>Contexte de l'entreprise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94560"/>
            <a:ext cx="102229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Vous êtes technicien(ne) support chez TechNova Solutions, une PME de 40 employés. On vous confie la production de plusieurs documents administratifs officiels : un rapport interne, une lettre client et un tableau de suivi. Vous devez appliquer les standards de mise en forme vus en 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39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•  Toutes les consignes précisent le nom exact du document à produire.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59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•  Le gabarit de en-tête TechNova Solutions doit être respecté sur tous les documents.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79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•  Chaque document doit être vérifié à l'aide de la checklist de fin de séance correspondante.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 A — Interface et navigation (20 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8308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Tâche demandée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Créer un dossier de travail et y enregistrer le fichier sous le bon nom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Utiliser au moins trois raccourcis de sélection de texte différents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Naviguer dans le document avec Ctrl+Début, Ctrl+Fin et Ctrl+G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Insérer un saut de page correctement positionné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 B — Mise en forme (25 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8308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Tâche demandée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Appliquer les styles Titre 1 et Titre 2 selon la structure demandée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Mettre en forme les caractères (gras, italique, surbrillance ciblée)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Créer une liste numérotée personnalisée avec texte avant numérotation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Régler les retraits et interlignes selon les consignes fournies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 C — Structure de document (30 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8308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Tâche demandée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Diviser le document en sections avec au moins un changement d'orientation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Générer une table des matières automatique à jour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Créer un en-tête et un pied de page avec numérotation correcte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Appliquer Première page différente sur la page de titre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 D — Éléments visuels et tableaux (25 points)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8308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Tâche demandée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Insérer une image avec un habillage de texte approprié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Ajouter une bordure de page et une trame de fond ciblée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Ajouter un filigrane personnalisé « CONFIDENTIEL 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Créer un tableau avec une formule de calcul fonctionnelle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Grille de correction — seuils de réussite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830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743200"/>
                <a:gridCol w="5394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Plage de points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Interprétation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Excellent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90 à 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Maîtrise complète des compétences N1-N2 en Word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Réussite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70 à 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Compétences acquises, quelques ajustements à revoir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Réussite conditionnelle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60 à 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Reprise ciblée recommandée sur les sections faibles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Reprise requise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Moins de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Reprise complète de l'examen après révision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Consignes de remise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45720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783080"/>
            <a:ext cx="1072591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856231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Vérifier le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Relire l'ensemble du document et confirmer que la table des matières est à jour (F9).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07208"/>
            <a:ext cx="45720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807208"/>
            <a:ext cx="1072591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88036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Exporter en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172968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Fichier &gt; Exporter &gt; Créer un document PDF/XPS, sans modifier le fichier Word original.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31336"/>
            <a:ext cx="45720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831336"/>
            <a:ext cx="1072591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04488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Nommer les fichiers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97096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Respecter le format NOM_Prénom_ExamenWord.docx et .pdf.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55464"/>
            <a:ext cx="45720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11496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855464"/>
            <a:ext cx="1072591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928616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Remettre les deux fichiers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221224"/>
            <a:ext cx="10451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Déposer le .docx et le .pdf dans le dossier de remise Teams avant la fin de la séance.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12 — Examen final Microsoft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Checklist avant de remettre votre examen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J'ai enregistré mon fichier avec le bon nom, dans le bon dossier.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Ma table des matières est générée et mise à jour (F9).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Mon en-tête et mon pied de page sont corrects sur toutes les pages.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Mes styles de titres sont appliqués de façon cohérente.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Mon tableau contient une formule de calcul fonctionnelle.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Mon image, ma bordure et mon filigrane sont bien intégrés.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J'ai relu l'ensemble du document une dernière fois.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J'ai exporté et remis les fichiers .docx et .pdf.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12 — Examen final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37160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27"/>
                </a:solidFill>
              </a:rPr>
              <a:t>Félicitations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Vous avez complété les 12 séances de la formation Microsoft Word.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DD"/>
                </a:solidFill>
              </a:rPr>
              <a:t>Les compétences acquises sont directement applicables en contexte de travail.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999BB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
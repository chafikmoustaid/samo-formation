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4A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2A0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5240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SÉANCE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Bordures, trame de fond,
images et filigrane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6559" y="2377440"/>
            <a:ext cx="6155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TECHNIQUE SUPPORT INFORMATIQUE —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6559" y="2834640"/>
            <a:ext cx="6155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Habiller visuellement un document et intégrer des éléments graphiques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6559" y="3977639"/>
            <a:ext cx="118872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Formation SAMO — Chafik Moustaid,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Une image bien intégrée renforce un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336A"/>
                </a:solidFill>
              </a:rPr>
              <a:t>Une image mal placée le noie.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Séance 9 sur 12 — Formation Word, Formation SAMO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que nous allons couvrir aujourd'hui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3788664" cy="9144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336A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Bordure de paragraphe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7304" y="178308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Trame de fond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3128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3128" y="1783080"/>
            <a:ext cx="3788664" cy="9144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7720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336A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720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Bordures de page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Insertion et modification d'image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7304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7304" y="3931920"/>
            <a:ext cx="3788664" cy="9144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1896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336A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1896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Insertion de forme et de WordArt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3128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3128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7720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720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Zone de texte et filigrane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Bordure de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Encadrer un ou plusieurs paragraphes pour les mettre en valeur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Étape</a:t>
                      </a:r>
                    </a:p>
                  </a:txBody>
                  <a:tcPr>
                    <a:solidFill>
                      <a:srgbClr val="B833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B833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Sélectionner le ou les paragraphes à encadrer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Accueil &gt; groupe Paragraphe &gt; flèche à côté de l'icône Bordure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Bordure et trame pour un contrôle complet (style, couleur, largeur)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Choisir Encadré pour une bordure sur les quatre côtés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Distancer le texte de la bordure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Éviter que le texte touche le trait de la bordure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Pourquoi le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Un texte collé à la bordure paraît étouffé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Quelques millimètres d'espace améliorent la lisibilité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Essentiel pour les encadrés d'avertissement ou de citation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Comment procéder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Bordure et trame &gt; bouton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Ajuster les marges Haut, Bas, Gauche, Droite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Valeur courante : environ 4 points de chaque côté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Trame de fond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Ajouter une couleur ou un motif derrière un texte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Réglage</a:t>
                      </a:r>
                    </a:p>
                  </a:txBody>
                  <a:tcPr>
                    <a:solidFill>
                      <a:srgbClr val="B833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Détail</a:t>
                      </a:r>
                    </a:p>
                  </a:txBody>
                  <a:tcPr>
                    <a:solidFill>
                      <a:srgbClr val="B833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Couleur de remplissage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Bordure et trame &gt; onglet Trame de fond &gt; choisir une couleur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Motif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Style du motif et couleur du motif, pour un effet texturé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Application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À un paragraphe, une sélection, ou une cellule de tableau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Bonne pratique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Garder un bon contraste entre le texte et la couleur de fond choisie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Bordures de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Encadrer la page entière plutôt qu'un simple paragraphe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2738628" cy="5029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Ligne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Bordure classique en trait plein, sobre et professionnelle.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268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7268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4428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860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Bordures décoratives (étoiles, feuilles) pour un rendu festif.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783080"/>
            <a:ext cx="2738628" cy="5029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Ombre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Effet de profondeur avec une ombre portée sur deux côtés.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8844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8844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6004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3436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Effet de relief donnant une impression de cadre en volume.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Insertion d'image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Ajouter une photo ou un logo dans un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758952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13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Positionner le curseur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Placer le point d'insertion à l'endroit approximatif voulu.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457200" cy="758952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300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65176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70662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Insertion &gt;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8094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Choisir Cet appareil pour un fichier local, ou Images en ligne.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457200" cy="758952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987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520439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7530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Sélectionner le fichier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4962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Parcourir et choisir l'image à insérer.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457200" cy="758952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674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38912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4398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Redimensionner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1830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Glisser une poignée d'angle pour garder les proportions.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457200" cy="758952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361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5780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1266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Régler l'habillage du texte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8698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Choisir Carré, Rapproché ou Derrière le texte selon le besoin.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Bordures, trame de fond,
images et filigrane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Habiller visuellement un document et intégrer des éléments graphiques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Image insérée avec habillage du texte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montrant une image avec le texte qui l'entoure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les options de disposition ouvertes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Modification de l'image — habillage du 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Contrôler comment le texte se positionne autour de l'image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Option d'habillage</a:t>
                      </a:r>
                    </a:p>
                  </a:txBody>
                  <a:tcPr>
                    <a:solidFill>
                      <a:srgbClr val="B833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Comportement</a:t>
                      </a:r>
                    </a:p>
                  </a:txBody>
                  <a:tcPr>
                    <a:solidFill>
                      <a:srgbClr val="B833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Aligné sur le texte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L'image se comporte comme un caractère de texte (par défaut)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Carré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 texte entoure l'image selon un cadre rectangulaire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Rapproché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 texte épouse le contour réel de l'image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Derrière le texte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L'image passe en arrière-plan, sous le texte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Devant le texte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L'image passe au premier plan, au-dessus du texte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Insertion de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Ajouter des éléments graphiques simples (flèches, rectangles, étoiles)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Insérer une forme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Insertion &gt; Formes &gt; choisir dans la galerie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Cliquer-glisser sur le document pour la dessiner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Maintenir Maj pour garder les proportions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Personnaliser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Format de la forme &gt; couleur de remplissage et de contour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Ajouter du texte directement dans la forme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Combiner plusieurs formes pour créer un schéma simple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WordArt et zone de 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Deux outils pour un texte visuellement distinct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Insertion d'un WordArt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Insertion &gt; groupe Texte &gt; WordArt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Choisir un style prédéfini, puis taper le texte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Idéal pour un titre décoratif ou une accroche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Insérer une zone de texte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Insertion &gt; Zone de texte &gt; Dessiner une zone de texte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Contenu indépendant, déplaçable librement sur la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Utile pour une citation encadrée en marge d'un article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Trois situations vécues en atelier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369417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Isabelle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8336A"/>
                </a:solidFill>
              </a:rPr>
              <a:t>Veut encadrer un avertissement important dans une procédure médicale sans utiliser un tableau.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ajouter une bordure autour d'un seul paragraphe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Peut-on ajouter une couleur de fond en même temps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89320"/>
            <a:ext cx="3429000" cy="36576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Bordure de paragraphe + trame de fond, via Accueil &gt; Bordure &gt; Bordure et trame.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737360"/>
            <a:ext cx="3694176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André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560"/>
                </a:solidFill>
              </a:rPr>
              <a:t>A inséré une image qui repousse tout son texte plus bas au lieu de s'intégrer dans le paragraphe.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 réglage contrôle le comportement du texte autour de l'image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Quelles options existent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5989320"/>
            <a:ext cx="3429000" cy="3657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Options de disposition (habillage du texte) : Carré, Rapproché, ou Derrière le texte.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1737360"/>
            <a:ext cx="369417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Lucie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8336A"/>
                </a:solidFill>
              </a:rPr>
              <a:t>Doit marquer tous les documents internes avec la mention CONFIDENTIEL en filigrane.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ajouter ce texte en fond de page sans gêner la lecture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Le filigrane apparaît-il à l'impression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5989320"/>
            <a:ext cx="3429000" cy="36576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Mise en page &gt; Filigrane &gt; Filigrane personnalisé &gt; texte CONFIDENTIEL en gris clair.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Filigrane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Un texte ou une image en transparence derrière tout le contenu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 de filigrane</a:t>
                      </a:r>
                    </a:p>
                  </a:txBody>
                  <a:tcPr>
                    <a:solidFill>
                      <a:srgbClr val="B833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Usage</a:t>
                      </a:r>
                    </a:p>
                  </a:txBody>
                  <a:tcPr>
                    <a:solidFill>
                      <a:srgbClr val="B833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Texte prédéfini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CONFIDENTIEL, BROUILLON, URGENT — disponibles dans la galerie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Texte personnalisé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Filigrane personnalisé &gt; saisir son propre texte et sa couleur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Image en filigrane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Filigrane personnalisé &gt; Filigrane sous forme d'image &gt; choisir un logo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Suppression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Filigrane &gt; Supprimer le filigrane, en haut de la galerie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Bonnes pratiques visuelles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Garder un document professionnel malgré les ajouts graphiques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Cohérence visuelle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Limiter le nombre de couleurs de bordure utilisées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Garder un style de bordure cohérent dans tout le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Éviter de superposer trop d'éléments graphiques différents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Lisibilité avant tout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Un filigrane doit rester discret, jamais dominant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Vérifier le contraste texte/trame de fond à l'impression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Toujours prévisualiser avant d'envoyer le document final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Vocabulaire clé de la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Bordure de paragraphe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Trait encadrant un ou plusieurs paragraphes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Trame de fond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Couleur ou motif appliqué derrière un texte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91256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Bordure de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Cadre encadrant la page entière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32504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Habillage du texte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Comportement du texte autour d'un objet inséré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73752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Image en ligne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Recherche d'images directement depuis Word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Poignée de redimensionnement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Petit carré permettant d'agrandir ou réduire un objet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1508760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WordArt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Texte avec un style graphique décoratif prédéfini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2350008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Zone de texte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Bloc de texte indépendant, déplaçable librement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3191256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Filigrane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Texte ou image semi-transparent en arrière-plan de page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4032504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Filigrane personnalisé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Filigrane dont le texte ou l'image est choisi par l'utilisateur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4873752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Forme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Élément graphique simple (rectangle, flèche, étoile)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5715000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Premier plan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Position d'un objet devant le texte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1508760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Arrière-plan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Position d'un objet derrière le texte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2350008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Ancre d'objet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Symbole indiquant le paragraphe auquel un objet est rattaché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38160" y="3191256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Motif de trame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Texture appliquée en plus de la couleur de fond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38160" y="4032504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Cet appareil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Option d'insertion d'image depuis un fichier local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38160" y="4873752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Encadré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Bordure appliquée sur les quatre côtés d'une sélection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38160" y="5715000"/>
            <a:ext cx="73152" cy="7315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B8336A"/>
                </a:solidFill>
              </a:rPr>
              <a:t>Ombre portée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Effet visuel donnant une impression de profondeur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Mémo raccourcis clavier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733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Maj (en dessinant)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7562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Conserver les proportions d'une forme ou d'une image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6311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116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Ctrl+clic (objets)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6311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12998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Sélectionner plusieurs objets à la fois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747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660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Alt+F10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61747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68433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Ouvrir le volet Sélection des objets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182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2040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Ctrl+G (objets sélectionnés)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17182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3869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Grouper plusieurs objets ensemble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26179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7475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726179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79304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Dupliquer un objet sélectionné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8053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29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Flèches directionnelles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8053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434740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Déplacer finement un objet sélectionné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3489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834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Suppr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83489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90175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Supprimer l'objet sélectionné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8924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3782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38924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545611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Annuler la dernière insertion ou modification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Bordures, trame de fond,
images et filigrane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Habiller visuellement un document et intégrer des éléments graphiques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Document avec filigrane appliqué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d'une page avec un filigrane visible en fond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filigrane texte semi-transparent, diagonal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4 exercices pratiques à réaliser dans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02920" cy="100584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19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35 — Bordure et trame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85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Encadrez un paragraphe d'avertissement avec une bordure et une trame de fond claire.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02920" cy="100584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37 — Bordure de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Ajoutez une bordure de page de style Art à un document d'invitation.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502920" cy="100584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39 — Insertion d'image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71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Insérez une image, redimensionnez-la et testez les cinq options d'habillage du texte.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502920" cy="100584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13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40 — Filigrane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14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Ajoutez un filigrane personnalisé « BROUILLON » à un document de travail.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qu'il faut retenir de cette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749808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56231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bordures et trames de fond mettent en valeur un paragraphe sans utiliser de tableau.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749808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bordures de page encadrent le document entier, avec plusieurs styles disponibles.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91440" cy="749808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L'habillage du texte détermine comment une image cohabite avec le contenu environnant.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91440" cy="749808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Formes, WordArt et zones de texte enrichissent visuellement un document.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21224"/>
            <a:ext cx="91440" cy="749808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94376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 filigrane ajoute une mention ou un logo en transparence sur toutes les pages.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Astuce de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08792" cy="1463040"/>
          </a:xfrm>
          <a:prstGeom prst="rect">
            <a:avLst/>
          </a:prstGeom>
          <a:solidFill>
            <a:srgbClr val="FFF0E0"/>
          </a:solidFill>
          <a:ln w="254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02920" cy="146304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505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93392"/>
            <a:ext cx="10222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8001A"/>
                </a:solidFill>
              </a:rPr>
              <a:t>Verrouillez la position d'une image bien placée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86000"/>
            <a:ext cx="10222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Une fois une image parfaitement positionnée avec un habillage Carré ou Rapproché, clic droit &gt; Taille et position &gt; onglet Position &gt; cocher Verrouiller l'ancre. L'image ne bougera plus accidentellement lors de futures modifications du texte.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Pièges fréquents à éviter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Insérer une image en habillage Aligné sur le texte et être surpris qu'elle déplace tout.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Utiliser une couleur de trame de fond qui rend le texte illisible.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Oublier de rendre le filigrane assez pâle pour ne pas gêner la lecture.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9 — Bordures, images et filigrane | Formation SAMO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9 — Bordures, trame de fond, images et filigrane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74650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36A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19072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ajouter une bordure autour d'un paragraphe.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2257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36A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95144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appliquer une trame de fond avec un bon contraste.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36A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71216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ajouter une bordure de page décorative ou sobre.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447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36A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447288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502152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insérer une image et la redimensionner proportionnellement.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050791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36A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023360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choisir le bon habillage de texte selon le contexte.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36A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599432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65429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insérer une forme et y ajouter du texte.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0293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36A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175504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créer un WordArt et une zone de texte.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779007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B83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751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B8336A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751576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ajouter et retirer un filigrane personnalisé.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19088"/>
            <a:ext cx="11420856" cy="256032"/>
          </a:xfrm>
          <a:prstGeom prst="rect">
            <a:avLst/>
          </a:prstGeom>
          <a:solidFill>
            <a:srgbClr val="B83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6409944"/>
            <a:ext cx="11237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FIN SÉANCE 9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